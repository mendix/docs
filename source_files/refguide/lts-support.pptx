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27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746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A429-D24F-4452-CAD5-7B3121B8A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3F13A-6F30-E8B1-1746-2CC5C8A08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577A4-BE05-7320-9842-00E8D00E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B4234-1136-A663-C5C0-D464E1D7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1C2BD-0C8E-0032-CB5A-D43E3111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9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FD6D-C610-8713-C5E9-E94B4AF8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38C49-7531-8AFF-792B-AC7D39B35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93622-B676-7F74-DB53-FD7DFC9A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4A18-44D7-5AC3-AEF1-8C7C33EB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93636-8DE5-ECFC-4485-AF45B872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9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F140-25F1-7F65-E0D4-98A000177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3973E-067E-AF33-BF15-BF8A7788F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EABB8-3B29-4E5D-4913-CEB9E70D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C8BE9-09DA-0F32-40FB-43E4DF20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1C94F-9229-B38C-1F45-6B0D4328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1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DE02-DD66-D7E6-EBB5-BBA0CF3E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FC034-6A54-0671-B05F-A5044403D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FE298-D8A4-EE6F-8F2E-A78A770E6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543EF-08E0-CA1E-FF7B-34E5369E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98029-86EA-7ACC-63A6-13533CA5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E64BB-763E-21E7-3363-7DF1E435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4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1D6B-E799-5DF7-414A-302EB8921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9818F-F2F9-1FA5-4DB8-1EE59D889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D9D21-15BD-E9DA-8CD4-195BFE42D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F03E6-7D97-D73B-58DA-11AE2C962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DE324-A11E-E7F8-39BC-983C0C4A8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2B073-239F-C647-40D3-3B3F27DB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159B21-84BE-EEC6-40E8-E0A45B12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6A146-34B8-4D2F-8E3C-4B8FFF8F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4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64FD-09D0-6874-C730-07E0BD50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2D013-FF94-1E81-0660-9285C73B8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00AD2-C7D7-89DB-7776-0469799E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61017-8409-1FCE-1A7F-5A4ACB0F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9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BD2FC-DEC6-770F-D0A0-B9867D5F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FABC44-6D45-D473-B031-CBFD7DD1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44F6E-1516-6F37-60F8-699FF873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8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BE5AE-25B4-5B6A-C980-3FD323C7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D154-E531-20BF-D0B5-4114027CF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EFAB3-EC0C-9E94-B0B7-123F8B024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ABB72-807B-B7AE-B7AD-475EE3F9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23ACB-BE82-1738-DE27-12598077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BCB60-9B61-DA29-2F8C-F7B8010F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8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429B-3F7E-02EB-DDD0-B3501851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1B5A4-000C-FE4C-932C-C28B58234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1BE38-B132-DF48-203D-AE55DD198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1D502-6922-8DE9-1BEC-BF165A10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9242A-CAED-1425-1ADB-C65DD785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0A1F6-D413-54F2-EB6E-4D099729A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7667-EE2F-C87F-0F56-1DD5463D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5106A-BFC5-D707-2EE5-1B26214E3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698FE-EE4B-8FB9-24B0-9587790F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D9435-F891-81F8-3396-F11AE161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AB159-53BA-CC34-D202-431656D6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3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83C240-A0DA-1369-3858-1917F2272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24D71-5DA2-977F-3EF5-EA0790F69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2A464-8EFA-316A-7315-C7CB4A40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15E09-AB6E-8E26-9814-7B9CABEF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C09A2-4347-FEF8-13EA-B70A33D8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4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960EA-E934-F0FF-B6DC-577AF3D20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D6712-1835-33C3-C66F-D62A3A0C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61BC5-9C4A-47E8-C7FD-AB0456A0C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D1E4A-E716-4961-A83B-3B4F132A627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C276C-EC0D-B9DF-9449-D860D7A5B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7D3F3-2155-2583-66CB-CF5020FAF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B3BE2-1947-435D-A50B-6C27897B1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3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CB6694F-51B8-4A4A-ACD4-021BE76D2980}"/>
              </a:ext>
            </a:extLst>
          </p:cNvPr>
          <p:cNvGrpSpPr/>
          <p:nvPr/>
        </p:nvGrpSpPr>
        <p:grpSpPr>
          <a:xfrm>
            <a:off x="61539" y="1787358"/>
            <a:ext cx="11753719" cy="373958"/>
            <a:chOff x="1431029" y="1196808"/>
            <a:chExt cx="11753719" cy="37395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AF34A28-0068-B3D8-DDDD-AC9CDBF4A5F4}"/>
                </a:ext>
              </a:extLst>
            </p:cNvPr>
            <p:cNvSpPr/>
            <p:nvPr/>
          </p:nvSpPr>
          <p:spPr>
            <a:xfrm>
              <a:off x="4660106" y="1196808"/>
              <a:ext cx="8524642" cy="37395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ctr"/>
            <a:lstStyle/>
            <a:p>
              <a:r>
                <a:rPr lang="en-US" sz="1200" dirty="0">
                  <a:solidFill>
                    <a:schemeClr val="tx1"/>
                  </a:solidFill>
                  <a:latin typeface="Patron" panose="00000500000000000000" pitchFamily="50" charset="0"/>
                </a:rPr>
                <a:t>End of Support when Mx11 version is released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A71B360-4B3D-7000-8A2B-58CF5D786280}"/>
                </a:ext>
              </a:extLst>
            </p:cNvPr>
            <p:cNvGrpSpPr/>
            <p:nvPr/>
          </p:nvGrpSpPr>
          <p:grpSpPr>
            <a:xfrm>
              <a:off x="1431029" y="1196808"/>
              <a:ext cx="3482368" cy="373958"/>
              <a:chOff x="4948136" y="903914"/>
              <a:chExt cx="3482368" cy="373958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4B5824C-67E8-F700-78F4-797D85BC70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48136" y="903914"/>
                <a:ext cx="373958" cy="37395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879DE6-6E44-C49A-55A6-40A94DF78E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56546" y="903914"/>
                <a:ext cx="373958" cy="37395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0E7AFE3-30DF-3A28-3DA5-E3F89B843C80}"/>
                  </a:ext>
                </a:extLst>
              </p:cNvPr>
              <p:cNvSpPr/>
              <p:nvPr/>
            </p:nvSpPr>
            <p:spPr>
              <a:xfrm>
                <a:off x="5135116" y="903914"/>
                <a:ext cx="3127822" cy="3739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latin typeface="Patron Black" panose="00000A00000000000000" pitchFamily="50" charset="0"/>
                  </a:rPr>
                  <a:t>Mx8.0</a:t>
                </a:r>
              </a:p>
            </p:txBody>
          </p:sp>
        </p:grp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69808-B47D-3BFA-A0A2-A1D134E348BD}"/>
              </a:ext>
            </a:extLst>
          </p:cNvPr>
          <p:cNvCxnSpPr>
            <a:cxnSpLocks/>
            <a:endCxn id="28" idx="2"/>
          </p:cNvCxnSpPr>
          <p:nvPr/>
        </p:nvCxnSpPr>
        <p:spPr>
          <a:xfrm flipH="1">
            <a:off x="3543907" y="1980284"/>
            <a:ext cx="607" cy="2060919"/>
          </a:xfrm>
          <a:prstGeom prst="line">
            <a:avLst/>
          </a:prstGeom>
          <a:ln>
            <a:solidFill>
              <a:schemeClr val="accent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5F8CD0-B030-A7D0-6302-C525F60B5F21}"/>
              </a:ext>
            </a:extLst>
          </p:cNvPr>
          <p:cNvGrpSpPr/>
          <p:nvPr/>
        </p:nvGrpSpPr>
        <p:grpSpPr>
          <a:xfrm>
            <a:off x="1212579" y="2447009"/>
            <a:ext cx="10602679" cy="373958"/>
            <a:chOff x="1431029" y="1196808"/>
            <a:chExt cx="10602679" cy="37395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2D55B8A-4D13-F1F2-61A3-85232D079219}"/>
                </a:ext>
              </a:extLst>
            </p:cNvPr>
            <p:cNvSpPr/>
            <p:nvPr/>
          </p:nvSpPr>
          <p:spPr>
            <a:xfrm>
              <a:off x="4660106" y="1196808"/>
              <a:ext cx="7373602" cy="37395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ctr"/>
            <a:lstStyle/>
            <a:p>
              <a:r>
                <a:rPr lang="en-US" sz="1200" dirty="0">
                  <a:solidFill>
                    <a:schemeClr val="tx1"/>
                  </a:solidFill>
                  <a:latin typeface="Patron" panose="00000500000000000000" pitchFamily="50" charset="0"/>
                </a:rPr>
                <a:t>End of Support when Mx12 version is released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A197EB6-23A2-0CE7-5EDA-DC6E68C974B0}"/>
                </a:ext>
              </a:extLst>
            </p:cNvPr>
            <p:cNvGrpSpPr/>
            <p:nvPr/>
          </p:nvGrpSpPr>
          <p:grpSpPr>
            <a:xfrm>
              <a:off x="1431029" y="1196808"/>
              <a:ext cx="3482368" cy="373958"/>
              <a:chOff x="4948136" y="903914"/>
              <a:chExt cx="3482368" cy="373958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34F37B3-697F-1F2B-4199-D35239C5D4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48136" y="903914"/>
                <a:ext cx="373958" cy="37395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58C674C-EFD5-5526-A31F-D00F9FB5E1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56546" y="903914"/>
                <a:ext cx="373958" cy="37395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988A4E1-B36E-0802-497A-62B0D918C941}"/>
                  </a:ext>
                </a:extLst>
              </p:cNvPr>
              <p:cNvSpPr/>
              <p:nvPr/>
            </p:nvSpPr>
            <p:spPr>
              <a:xfrm>
                <a:off x="5135116" y="903914"/>
                <a:ext cx="3127822" cy="37395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latin typeface="Patron Black" panose="00000A00000000000000" pitchFamily="50" charset="0"/>
                  </a:rPr>
                  <a:t>Mx9.0</a:t>
                </a:r>
              </a:p>
            </p:txBody>
          </p:sp>
        </p:grp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4147D2-0C95-522E-7634-B1A9466A1B13}"/>
              </a:ext>
            </a:extLst>
          </p:cNvPr>
          <p:cNvCxnSpPr>
            <a:cxnSpLocks/>
          </p:cNvCxnSpPr>
          <p:nvPr/>
        </p:nvCxnSpPr>
        <p:spPr>
          <a:xfrm>
            <a:off x="4694947" y="2633988"/>
            <a:ext cx="0" cy="2140699"/>
          </a:xfrm>
          <a:prstGeom prst="line">
            <a:avLst/>
          </a:prstGeom>
          <a:ln>
            <a:solidFill>
              <a:schemeClr val="accent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FBC1D4-FA3D-546A-5FEC-DD6EA0E94C0E}"/>
              </a:ext>
            </a:extLst>
          </p:cNvPr>
          <p:cNvGrpSpPr/>
          <p:nvPr/>
        </p:nvGrpSpPr>
        <p:grpSpPr>
          <a:xfrm>
            <a:off x="2397461" y="3106661"/>
            <a:ext cx="9417797" cy="373958"/>
            <a:chOff x="1431029" y="1196808"/>
            <a:chExt cx="9417797" cy="37395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BB14890-67A1-A919-7A72-61789ED77718}"/>
                </a:ext>
              </a:extLst>
            </p:cNvPr>
            <p:cNvSpPr/>
            <p:nvPr/>
          </p:nvSpPr>
          <p:spPr>
            <a:xfrm>
              <a:off x="4660106" y="1196808"/>
              <a:ext cx="6188720" cy="37395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ctr"/>
            <a:lstStyle/>
            <a:p>
              <a:r>
                <a:rPr lang="en-US" sz="1200" dirty="0">
                  <a:solidFill>
                    <a:schemeClr val="tx1"/>
                  </a:solidFill>
                  <a:latin typeface="Patron" panose="00000500000000000000" pitchFamily="50" charset="0"/>
                </a:rPr>
                <a:t>End of Support when Mx13 version is released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C09C208-EE58-FF5D-C980-FC1E0E1E5D71}"/>
                </a:ext>
              </a:extLst>
            </p:cNvPr>
            <p:cNvGrpSpPr/>
            <p:nvPr/>
          </p:nvGrpSpPr>
          <p:grpSpPr>
            <a:xfrm>
              <a:off x="1431029" y="1196808"/>
              <a:ext cx="3482368" cy="373958"/>
              <a:chOff x="4948136" y="903914"/>
              <a:chExt cx="3482368" cy="37395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F122ABA-C639-9A62-CD0C-9616A73849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48136" y="903914"/>
                <a:ext cx="373958" cy="37395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410A2A0-E315-0A59-3669-B6E5448FF0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56546" y="903914"/>
                <a:ext cx="373958" cy="37395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08E9DF9-358D-7432-1AB1-186BC9DA3065}"/>
                  </a:ext>
                </a:extLst>
              </p:cNvPr>
              <p:cNvSpPr/>
              <p:nvPr/>
            </p:nvSpPr>
            <p:spPr>
              <a:xfrm>
                <a:off x="5135116" y="903914"/>
                <a:ext cx="3127822" cy="37395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latin typeface="Patron Black" panose="00000A00000000000000" pitchFamily="50" charset="0"/>
                  </a:rPr>
                  <a:t>Mx10.0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AF428C-6939-A844-9866-A6E32DDCF153}"/>
              </a:ext>
            </a:extLst>
          </p:cNvPr>
          <p:cNvGrpSpPr/>
          <p:nvPr/>
        </p:nvGrpSpPr>
        <p:grpSpPr>
          <a:xfrm>
            <a:off x="3543907" y="3854224"/>
            <a:ext cx="8271351" cy="373958"/>
            <a:chOff x="1431029" y="1196808"/>
            <a:chExt cx="8271351" cy="37395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D1247E6-9105-9D80-DA28-9AA19E61DC10}"/>
                </a:ext>
              </a:extLst>
            </p:cNvPr>
            <p:cNvSpPr/>
            <p:nvPr/>
          </p:nvSpPr>
          <p:spPr>
            <a:xfrm>
              <a:off x="4660106" y="1196808"/>
              <a:ext cx="5042274" cy="37395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ctr"/>
            <a:lstStyle/>
            <a:p>
              <a:r>
                <a:rPr lang="en-US" sz="1200" dirty="0">
                  <a:solidFill>
                    <a:schemeClr val="tx1"/>
                  </a:solidFill>
                  <a:latin typeface="Patron" panose="00000500000000000000" pitchFamily="50" charset="0"/>
                </a:rPr>
                <a:t>End of Support when Mx14 version is released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7BC9BAC-04EF-97FF-071F-DB7D0EE44EEE}"/>
                </a:ext>
              </a:extLst>
            </p:cNvPr>
            <p:cNvGrpSpPr/>
            <p:nvPr/>
          </p:nvGrpSpPr>
          <p:grpSpPr>
            <a:xfrm>
              <a:off x="1431029" y="1196808"/>
              <a:ext cx="3482368" cy="373958"/>
              <a:chOff x="4948136" y="903914"/>
              <a:chExt cx="3482368" cy="373958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36CF69-087B-34A9-7483-9BFC1DB3BA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48136" y="903914"/>
                <a:ext cx="373958" cy="37395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01FF92F-C7BC-C4FC-D0BF-66130AA41E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56546" y="903914"/>
                <a:ext cx="373958" cy="37395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FB15E19-824D-499B-A647-B704B279B383}"/>
                  </a:ext>
                </a:extLst>
              </p:cNvPr>
              <p:cNvSpPr/>
              <p:nvPr/>
            </p:nvSpPr>
            <p:spPr>
              <a:xfrm>
                <a:off x="5135116" y="903914"/>
                <a:ext cx="3127822" cy="37395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latin typeface="Patron Black" panose="00000A00000000000000" pitchFamily="50" charset="0"/>
                  </a:rPr>
                  <a:t>Mx11.0</a:t>
                </a: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FBCAD0-2390-7BE1-8E82-744E1DC9E086}"/>
              </a:ext>
            </a:extLst>
          </p:cNvPr>
          <p:cNvGrpSpPr/>
          <p:nvPr/>
        </p:nvGrpSpPr>
        <p:grpSpPr>
          <a:xfrm>
            <a:off x="4694947" y="4587532"/>
            <a:ext cx="7120311" cy="373958"/>
            <a:chOff x="1431029" y="1196808"/>
            <a:chExt cx="7120311" cy="373958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7D2B97F-484B-0D8D-1BE9-95F9A3A4F83D}"/>
                </a:ext>
              </a:extLst>
            </p:cNvPr>
            <p:cNvSpPr/>
            <p:nvPr/>
          </p:nvSpPr>
          <p:spPr>
            <a:xfrm>
              <a:off x="4660106" y="1196808"/>
              <a:ext cx="3891234" cy="37395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ctr"/>
            <a:lstStyle/>
            <a:p>
              <a:r>
                <a:rPr lang="en-US" sz="1200" dirty="0">
                  <a:solidFill>
                    <a:schemeClr val="tx1"/>
                  </a:solidFill>
                  <a:latin typeface="Patron" panose="00000500000000000000" pitchFamily="50" charset="0"/>
                </a:rPr>
                <a:t>End of Support when Mx15 version is released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530F548-1BB3-356A-0ADF-15DBDCB6A461}"/>
                </a:ext>
              </a:extLst>
            </p:cNvPr>
            <p:cNvGrpSpPr/>
            <p:nvPr/>
          </p:nvGrpSpPr>
          <p:grpSpPr>
            <a:xfrm>
              <a:off x="1431029" y="1196808"/>
              <a:ext cx="3482368" cy="373958"/>
              <a:chOff x="4948136" y="903914"/>
              <a:chExt cx="3482368" cy="37395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FD2801D-DAB8-8D49-4E26-337140EF5E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48136" y="903914"/>
                <a:ext cx="373958" cy="373958"/>
              </a:xfrm>
              <a:prstGeom prst="ellipse">
                <a:avLst/>
              </a:prstGeom>
              <a:solidFill>
                <a:srgbClr val="8427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76BD30-AFF5-C4AF-B781-BC17D4846D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56546" y="903914"/>
                <a:ext cx="373958" cy="373958"/>
              </a:xfrm>
              <a:prstGeom prst="ellipse">
                <a:avLst/>
              </a:prstGeom>
              <a:solidFill>
                <a:srgbClr val="8427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80B8012-C826-E106-A6EF-E2F945BACA4C}"/>
                  </a:ext>
                </a:extLst>
              </p:cNvPr>
              <p:cNvSpPr/>
              <p:nvPr/>
            </p:nvSpPr>
            <p:spPr>
              <a:xfrm>
                <a:off x="5135116" y="903914"/>
                <a:ext cx="3127822" cy="373958"/>
              </a:xfrm>
              <a:prstGeom prst="rect">
                <a:avLst/>
              </a:prstGeom>
              <a:solidFill>
                <a:srgbClr val="8427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latin typeface="Patron Black" panose="00000A00000000000000" pitchFamily="50" charset="0"/>
                  </a:rPr>
                  <a:t>Mx12.0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85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ndix 2023 Rebrand">
      <a:dk1>
        <a:srgbClr val="000000"/>
      </a:dk1>
      <a:lt1>
        <a:srgbClr val="FFFFFF"/>
      </a:lt1>
      <a:dk2>
        <a:srgbClr val="555555"/>
      </a:dk2>
      <a:lt2>
        <a:srgbClr val="F5F5F5"/>
      </a:lt2>
      <a:accent1>
        <a:srgbClr val="146FF4"/>
      </a:accent1>
      <a:accent2>
        <a:srgbClr val="FE601E"/>
      </a:accent2>
      <a:accent3>
        <a:srgbClr val="0A1324"/>
      </a:accent3>
      <a:accent4>
        <a:srgbClr val="052F6B"/>
      </a:accent4>
      <a:accent5>
        <a:srgbClr val="00BEB0"/>
      </a:accent5>
      <a:accent6>
        <a:srgbClr val="C6D92F"/>
      </a:accent6>
      <a:hlink>
        <a:srgbClr val="0595DB"/>
      </a:hlink>
      <a:folHlink>
        <a:srgbClr val="88888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45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Patron</vt:lpstr>
      <vt:lpstr>Patron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van Ments</dc:creator>
  <cp:lastModifiedBy>Mark van Ments</cp:lastModifiedBy>
  <cp:revision>2</cp:revision>
  <dcterms:created xsi:type="dcterms:W3CDTF">2026-01-26T15:23:08Z</dcterms:created>
  <dcterms:modified xsi:type="dcterms:W3CDTF">2026-01-26T16:02:01Z</dcterms:modified>
</cp:coreProperties>
</file>